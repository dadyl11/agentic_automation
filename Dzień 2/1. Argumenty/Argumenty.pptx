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70" r:id="rId3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C6AB493-33C5-4C88-A243-1E6709DF90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BA8DC19B-96DA-437E-A426-0E423AAB2A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640E564-02EC-4219-9038-8928BF1FF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DDC3B75-54C4-4A2B-B820-743ACD00E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E67562E7-2EF7-4786-AD48-833C3070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56701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57DD82-0A53-4901-8847-150D6AF82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DB74DAE-3D1D-447D-915C-8894AE87C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17094F04-1825-49EC-8687-8781F771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EAF01837-4A50-4CF0-82AB-1F3CC789DD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D29044E6-C7FB-4B85-BCD5-80F28F110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1293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670C4E-07EF-4624-B915-B2F541B0D8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967B61B1-188E-4647-A44A-394D89D71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CEEEA21A-A5B6-4962-AFA6-9244597B24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AEB553E5-7694-4070-BB5E-16B89019C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C27E9D7-B502-42F9-A67D-9CD902543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65401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F033F0-8D38-4296-AA64-02CE94DD5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57DFFC5F-07BD-43E4-8C24-735F01C3EE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C57F95E4-E2B5-4A61-9123-9CD105FBD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2E45C79C-7F6B-4477-A6EE-87FBA1C65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98C61299-D3BF-470A-B330-05236A8D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AE15ED14-6F8D-4106-A888-780592949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2448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2D9F068-6BB1-43C3-9B0A-A4DECEA5F5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3247AB2C-32F9-434D-8A1C-F102766267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FEC70E08-E70B-4789-9E28-8204B5D3BD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623B0408-39B5-4BF8-A79C-10D76F5E5A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04B5A9A6-7B48-4A4C-8A91-A44F8CAB7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C68506DF-0ADE-42AD-91C7-9476B6028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4B10B8A5-2073-4944-8C1E-63900A2F6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9B8BB370-3D3A-4B94-B4A1-00FCFAAC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651450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968285-E868-40FF-925F-A3E75CB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6B3F8E54-810E-450E-BF90-3BC23FA31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EE1820D6-7D0B-4A2F-8CD1-AB73CC0D4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F001350D-B4B3-4EC2-AFA7-E62DEF4DF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250211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CB2C44A8-8B4B-4F05-A516-49839D25F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619FA40F-BB2B-48C1-8C80-0EC37A7E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57064A6-DC6F-47B4-9B8F-68998E229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01108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D7615CE-B9D2-4520-ACE3-8412A5AB3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9A41101-C3E8-475F-B8EA-7B597F5CDE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3ADBF4AF-8CF5-497B-B6D0-E31403543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44ED4273-3F89-49E8-80BE-F3C14B8E2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059D7053-1FC3-4225-871D-C6370408B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9A08F95A-6CA3-4C5F-853D-4D710FA19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84132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7C0B8D1-FA45-4F04-BA83-44002BF09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64977905-4ADA-4553-B605-95A6A8F618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07577290-4D33-49C0-87D4-DE407C9841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DD6B118-24E8-4D8D-83EE-082BC6848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B95C347C-0FCD-4198-9174-6ED611FFC9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CF0A88A8-2715-4819-8E85-14216A8F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72534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B9193D9-F459-4A3B-93AE-2D0CF7535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2CEDE35-A18E-4C71-800C-07BB6394D2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4A32CF0-8F5B-464F-A865-5573AFE9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11F825A0-814C-4737-96DC-2CA89388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7EAF04FE-1210-4BF6-9103-041BD3FC22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842876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2C88E247-7967-4AE2-B72A-F5975831FA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011F52E2-CD57-431E-8B48-0F10619AE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18D8B86-2A36-4069-AC50-2B9EE975B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C4D53EDD-25C2-4F9C-9F1B-90633DF30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2466678D-8C52-4AD9-A5A2-9FBFC91B8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9857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874719A6-DFB0-487E-B47B-C2B53F001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049811C2-CB69-463A-912D-F31C501AE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6E1D85FC-1A4D-4D35-9CC5-1DE4D55A92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F0C569-410B-4C35-9697-C2F6810A97A5}" type="datetimeFigureOut">
              <a:rPr lang="pl-PL" smtClean="0"/>
              <a:t>05.07.2023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90D269E-FAFB-4D57-8F41-F3952995DB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D24A2C4-4F1A-4FAF-B959-6372319AA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970BA-2229-4980-810A-16F62B12DF1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477520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AB901A4E-6763-4A78-993F-D58AF1AE8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00" y="5821928"/>
            <a:ext cx="1150399" cy="1150399"/>
          </a:xfrm>
          <a:prstGeom prst="rect">
            <a:avLst/>
          </a:prstGeom>
        </p:spPr>
      </p:pic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B24BFA70-E871-406A-B32A-93583B4A5965}"/>
              </a:ext>
            </a:extLst>
          </p:cNvPr>
          <p:cNvCxnSpPr>
            <a:endCxn id="4" idx="1"/>
          </p:cNvCxnSpPr>
          <p:nvPr/>
        </p:nvCxnSpPr>
        <p:spPr>
          <a:xfrm>
            <a:off x="106532" y="6397127"/>
            <a:ext cx="522376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10ECEE94-1506-41D6-A432-FD89ECF4CEC0}"/>
              </a:ext>
            </a:extLst>
          </p:cNvPr>
          <p:cNvCxnSpPr>
            <a:cxnSpLocks/>
          </p:cNvCxnSpPr>
          <p:nvPr/>
        </p:nvCxnSpPr>
        <p:spPr>
          <a:xfrm>
            <a:off x="6480699" y="6397127"/>
            <a:ext cx="55307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79E23970-596D-4BE0-BC84-0C8A2898C35A}"/>
              </a:ext>
            </a:extLst>
          </p:cNvPr>
          <p:cNvCxnSpPr>
            <a:cxnSpLocks/>
          </p:cNvCxnSpPr>
          <p:nvPr/>
        </p:nvCxnSpPr>
        <p:spPr>
          <a:xfrm>
            <a:off x="0" y="580299"/>
            <a:ext cx="12339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ytuł 3">
            <a:extLst>
              <a:ext uri="{FF2B5EF4-FFF2-40B4-BE49-F238E27FC236}">
                <a16:creationId xmlns:a16="http://schemas.microsoft.com/office/drawing/2014/main" id="{B2D677DE-705F-4768-A59E-C295DC3750E9}"/>
              </a:ext>
            </a:extLst>
          </p:cNvPr>
          <p:cNvSpPr txBox="1">
            <a:spLocks/>
          </p:cNvSpPr>
          <p:nvPr/>
        </p:nvSpPr>
        <p:spPr>
          <a:xfrm>
            <a:off x="4645614" y="70706"/>
            <a:ext cx="2728353" cy="4439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2800" b="1" dirty="0">
                <a:solidFill>
                  <a:srgbClr val="1E588A"/>
                </a:solidFill>
              </a:rPr>
              <a:t>ARGUMENTY</a:t>
            </a:r>
            <a:endParaRPr lang="pl-PL" sz="2800" dirty="0">
              <a:solidFill>
                <a:srgbClr val="1E588A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93D3D397-1CE7-460C-B58D-8AD51A90BD6E}"/>
              </a:ext>
            </a:extLst>
          </p:cNvPr>
          <p:cNvSpPr/>
          <p:nvPr/>
        </p:nvSpPr>
        <p:spPr>
          <a:xfrm>
            <a:off x="285405" y="733170"/>
            <a:ext cx="3388973" cy="92783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rgbClr val="3A3A3A"/>
                </a:solidFill>
              </a:rPr>
              <a:t>Argumenty to zmienne, które mogą być przesyłane między różnymi Workflow (plikami </a:t>
            </a:r>
            <a:r>
              <a:rPr lang="pl-PL" sz="1600" dirty="0" err="1">
                <a:solidFill>
                  <a:srgbClr val="3A3A3A"/>
                </a:solidFill>
              </a:rPr>
              <a:t>xaml</a:t>
            </a:r>
            <a:r>
              <a:rPr lang="pl-PL" sz="1600" dirty="0">
                <a:solidFill>
                  <a:srgbClr val="3A3A3A"/>
                </a:solidFill>
              </a:rPr>
              <a:t>).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A7884D6C-F881-4BDE-8F5E-34477948310A}"/>
              </a:ext>
            </a:extLst>
          </p:cNvPr>
          <p:cNvSpPr/>
          <p:nvPr/>
        </p:nvSpPr>
        <p:spPr>
          <a:xfrm>
            <a:off x="4401513" y="733170"/>
            <a:ext cx="3388973" cy="92783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1600" dirty="0">
                <a:solidFill>
                  <a:srgbClr val="3A3A3A"/>
                </a:solidFill>
              </a:rPr>
              <a:t>Argumenty przesyłają wartość stałą (</a:t>
            </a:r>
            <a:r>
              <a:rPr lang="pl-PL" sz="1600" dirty="0" err="1">
                <a:solidFill>
                  <a:srgbClr val="3A3A3A"/>
                </a:solidFill>
              </a:rPr>
              <a:t>hardcoded</a:t>
            </a:r>
            <a:r>
              <a:rPr lang="pl-PL" sz="1600" dirty="0">
                <a:solidFill>
                  <a:srgbClr val="3A3A3A"/>
                </a:solidFill>
              </a:rPr>
              <a:t>) lub wartość przypisaną do odpowiedniej zmiennej (</a:t>
            </a:r>
            <a:r>
              <a:rPr lang="pl-PL" sz="1600" dirty="0" err="1">
                <a:solidFill>
                  <a:srgbClr val="3A3A3A"/>
                </a:solidFill>
              </a:rPr>
              <a:t>variable</a:t>
            </a:r>
            <a:r>
              <a:rPr lang="pl-PL" sz="1600" dirty="0">
                <a:solidFill>
                  <a:srgbClr val="3A3A3A"/>
                </a:solidFill>
              </a:rPr>
              <a:t>). Mogą też posiadać wartość </a:t>
            </a:r>
            <a:r>
              <a:rPr lang="pl-PL" sz="1600" dirty="0" err="1">
                <a:solidFill>
                  <a:srgbClr val="3A3A3A"/>
                </a:solidFill>
              </a:rPr>
              <a:t>default</a:t>
            </a:r>
            <a:r>
              <a:rPr lang="pl-PL" sz="1600" dirty="0">
                <a:solidFill>
                  <a:srgbClr val="3A3A3A"/>
                </a:solidFill>
              </a:rPr>
              <a:t>.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DFE0FC98-97E3-44C5-A0EB-851361BD9090}"/>
              </a:ext>
            </a:extLst>
          </p:cNvPr>
          <p:cNvSpPr/>
          <p:nvPr/>
        </p:nvSpPr>
        <p:spPr>
          <a:xfrm>
            <a:off x="8442300" y="733170"/>
            <a:ext cx="3388973" cy="92783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rgbClr val="3A3A3A"/>
                </a:solidFill>
              </a:rPr>
              <a:t>IN</a:t>
            </a:r>
            <a:r>
              <a:rPr lang="pl-PL" sz="1400" dirty="0">
                <a:solidFill>
                  <a:srgbClr val="3A3A3A"/>
                </a:solidFill>
              </a:rPr>
              <a:t> – dane wchodzące do Workflow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rgbClr val="3A3A3A"/>
                </a:solidFill>
              </a:rPr>
              <a:t>OUT</a:t>
            </a:r>
            <a:r>
              <a:rPr lang="pl-PL" sz="1400" dirty="0">
                <a:solidFill>
                  <a:srgbClr val="3A3A3A"/>
                </a:solidFill>
              </a:rPr>
              <a:t> – dane wychodzące z </a:t>
            </a:r>
            <a:r>
              <a:rPr lang="pl-PL" sz="1400" dirty="0" err="1">
                <a:solidFill>
                  <a:srgbClr val="3A3A3A"/>
                </a:solidFill>
              </a:rPr>
              <a:t>Workflow</a:t>
            </a:r>
            <a:endParaRPr lang="pl-PL" sz="1400" dirty="0">
              <a:solidFill>
                <a:srgbClr val="3A3A3A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l-PL" sz="1400" b="1" dirty="0">
                <a:solidFill>
                  <a:srgbClr val="3A3A3A"/>
                </a:solidFill>
              </a:rPr>
              <a:t>IN/OUT </a:t>
            </a:r>
            <a:r>
              <a:rPr lang="pl-PL" sz="1400" dirty="0">
                <a:solidFill>
                  <a:srgbClr val="3A3A3A"/>
                </a:solidFill>
              </a:rPr>
              <a:t>– dane wchodzące do </a:t>
            </a:r>
            <a:r>
              <a:rPr lang="pl-PL" sz="1400" dirty="0" err="1">
                <a:solidFill>
                  <a:srgbClr val="3A3A3A"/>
                </a:solidFill>
              </a:rPr>
              <a:t>Workflow</a:t>
            </a:r>
            <a:r>
              <a:rPr lang="pl-PL" sz="1400" dirty="0">
                <a:solidFill>
                  <a:srgbClr val="3A3A3A"/>
                </a:solidFill>
              </a:rPr>
              <a:t> oraz wychodzące</a:t>
            </a:r>
          </a:p>
        </p:txBody>
      </p:sp>
      <p:pic>
        <p:nvPicPr>
          <p:cNvPr id="20" name="Obraz 19">
            <a:extLst>
              <a:ext uri="{FF2B5EF4-FFF2-40B4-BE49-F238E27FC236}">
                <a16:creationId xmlns:a16="http://schemas.microsoft.com/office/drawing/2014/main" id="{B476A344-EC95-40DA-98F4-6DDDA112C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431" y="2322243"/>
            <a:ext cx="8934450" cy="1419225"/>
          </a:xfrm>
          <a:prstGeom prst="rect">
            <a:avLst/>
          </a:prstGeom>
        </p:spPr>
      </p:pic>
      <p:pic>
        <p:nvPicPr>
          <p:cNvPr id="21" name="Obraz 20">
            <a:extLst>
              <a:ext uri="{FF2B5EF4-FFF2-40B4-BE49-F238E27FC236}">
                <a16:creationId xmlns:a16="http://schemas.microsoft.com/office/drawing/2014/main" id="{D8C50BD1-F844-46EA-9B05-C03107BBD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95090" y="4018168"/>
            <a:ext cx="6629400" cy="195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426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az 3">
            <a:extLst>
              <a:ext uri="{FF2B5EF4-FFF2-40B4-BE49-F238E27FC236}">
                <a16:creationId xmlns:a16="http://schemas.microsoft.com/office/drawing/2014/main" id="{AB901A4E-6763-4A78-993F-D58AF1AE80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0300" y="5821928"/>
            <a:ext cx="1150399" cy="1150399"/>
          </a:xfrm>
          <a:prstGeom prst="rect">
            <a:avLst/>
          </a:prstGeom>
        </p:spPr>
      </p:pic>
      <p:cxnSp>
        <p:nvCxnSpPr>
          <p:cNvPr id="5" name="Łącznik prosty 4">
            <a:extLst>
              <a:ext uri="{FF2B5EF4-FFF2-40B4-BE49-F238E27FC236}">
                <a16:creationId xmlns:a16="http://schemas.microsoft.com/office/drawing/2014/main" id="{B24BFA70-E871-406A-B32A-93583B4A5965}"/>
              </a:ext>
            </a:extLst>
          </p:cNvPr>
          <p:cNvCxnSpPr>
            <a:endCxn id="4" idx="1"/>
          </p:cNvCxnSpPr>
          <p:nvPr/>
        </p:nvCxnSpPr>
        <p:spPr>
          <a:xfrm>
            <a:off x="106532" y="6397127"/>
            <a:ext cx="5223768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Łącznik prosty 6">
            <a:extLst>
              <a:ext uri="{FF2B5EF4-FFF2-40B4-BE49-F238E27FC236}">
                <a16:creationId xmlns:a16="http://schemas.microsoft.com/office/drawing/2014/main" id="{10ECEE94-1506-41D6-A432-FD89ECF4CEC0}"/>
              </a:ext>
            </a:extLst>
          </p:cNvPr>
          <p:cNvCxnSpPr>
            <a:cxnSpLocks/>
          </p:cNvCxnSpPr>
          <p:nvPr/>
        </p:nvCxnSpPr>
        <p:spPr>
          <a:xfrm>
            <a:off x="6480699" y="6397127"/>
            <a:ext cx="55307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Łącznik prosty 10">
            <a:extLst>
              <a:ext uri="{FF2B5EF4-FFF2-40B4-BE49-F238E27FC236}">
                <a16:creationId xmlns:a16="http://schemas.microsoft.com/office/drawing/2014/main" id="{79E23970-596D-4BE0-BC84-0C8A2898C35A}"/>
              </a:ext>
            </a:extLst>
          </p:cNvPr>
          <p:cNvCxnSpPr>
            <a:cxnSpLocks/>
          </p:cNvCxnSpPr>
          <p:nvPr/>
        </p:nvCxnSpPr>
        <p:spPr>
          <a:xfrm>
            <a:off x="0" y="580299"/>
            <a:ext cx="1233996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ytuł 3">
            <a:extLst>
              <a:ext uri="{FF2B5EF4-FFF2-40B4-BE49-F238E27FC236}">
                <a16:creationId xmlns:a16="http://schemas.microsoft.com/office/drawing/2014/main" id="{B2D677DE-705F-4768-A59E-C295DC3750E9}"/>
              </a:ext>
            </a:extLst>
          </p:cNvPr>
          <p:cNvSpPr txBox="1">
            <a:spLocks/>
          </p:cNvSpPr>
          <p:nvPr/>
        </p:nvSpPr>
        <p:spPr>
          <a:xfrm>
            <a:off x="4645614" y="70706"/>
            <a:ext cx="2728353" cy="44398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l-PL" sz="2800" b="1" dirty="0">
                <a:solidFill>
                  <a:srgbClr val="1E588A"/>
                </a:solidFill>
              </a:rPr>
              <a:t>ARGUMENTY</a:t>
            </a:r>
            <a:endParaRPr lang="pl-PL" sz="2800" dirty="0">
              <a:solidFill>
                <a:srgbClr val="1E588A"/>
              </a:solidFill>
            </a:endParaRPr>
          </a:p>
        </p:txBody>
      </p: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93D3D397-1CE7-460C-B58D-8AD51A90BD6E}"/>
              </a:ext>
            </a:extLst>
          </p:cNvPr>
          <p:cNvSpPr/>
          <p:nvPr/>
        </p:nvSpPr>
        <p:spPr>
          <a:xfrm>
            <a:off x="285405" y="733170"/>
            <a:ext cx="3388973" cy="92783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rgbClr val="3A3A3A"/>
                </a:solidFill>
              </a:rPr>
              <a:t>IN</a:t>
            </a:r>
          </a:p>
        </p:txBody>
      </p:sp>
      <p:sp>
        <p:nvSpPr>
          <p:cNvPr id="17" name="Prostokąt: zaokrąglone rogi 16">
            <a:extLst>
              <a:ext uri="{FF2B5EF4-FFF2-40B4-BE49-F238E27FC236}">
                <a16:creationId xmlns:a16="http://schemas.microsoft.com/office/drawing/2014/main" id="{A7884D6C-F881-4BDE-8F5E-34477948310A}"/>
              </a:ext>
            </a:extLst>
          </p:cNvPr>
          <p:cNvSpPr/>
          <p:nvPr/>
        </p:nvSpPr>
        <p:spPr>
          <a:xfrm>
            <a:off x="4300845" y="735631"/>
            <a:ext cx="3388973" cy="92783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rgbClr val="3A3A3A"/>
                </a:solidFill>
              </a:rPr>
              <a:t>OUT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DFE0FC98-97E3-44C5-A0EB-851361BD9090}"/>
              </a:ext>
            </a:extLst>
          </p:cNvPr>
          <p:cNvSpPr/>
          <p:nvPr/>
        </p:nvSpPr>
        <p:spPr>
          <a:xfrm>
            <a:off x="8442300" y="733170"/>
            <a:ext cx="3388973" cy="92783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3200" b="1" dirty="0">
                <a:solidFill>
                  <a:srgbClr val="3A3A3A"/>
                </a:solidFill>
              </a:rPr>
              <a:t>IN/OUT</a:t>
            </a:r>
            <a:endParaRPr lang="pl-PL" sz="3200" dirty="0">
              <a:solidFill>
                <a:srgbClr val="3A3A3A"/>
              </a:solidFill>
            </a:endParaRPr>
          </a:p>
        </p:txBody>
      </p:sp>
      <p:sp>
        <p:nvSpPr>
          <p:cNvPr id="18" name="Prostokąt 17">
            <a:extLst>
              <a:ext uri="{FF2B5EF4-FFF2-40B4-BE49-F238E27FC236}">
                <a16:creationId xmlns:a16="http://schemas.microsoft.com/office/drawing/2014/main" id="{612E231F-4580-4CBE-A841-1C460F27F893}"/>
              </a:ext>
            </a:extLst>
          </p:cNvPr>
          <p:cNvSpPr/>
          <p:nvPr/>
        </p:nvSpPr>
        <p:spPr>
          <a:xfrm>
            <a:off x="657003" y="4979553"/>
            <a:ext cx="2625754" cy="496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44" name="Prostokąt 43">
            <a:extLst>
              <a:ext uri="{FF2B5EF4-FFF2-40B4-BE49-F238E27FC236}">
                <a16:creationId xmlns:a16="http://schemas.microsoft.com/office/drawing/2014/main" id="{2D20085A-BCDB-4FC8-B5AA-84A1C34393A2}"/>
              </a:ext>
            </a:extLst>
          </p:cNvPr>
          <p:cNvSpPr/>
          <p:nvPr/>
        </p:nvSpPr>
        <p:spPr>
          <a:xfrm>
            <a:off x="9609261" y="2461712"/>
            <a:ext cx="1055050" cy="977879"/>
          </a:xfrm>
          <a:prstGeom prst="rect">
            <a:avLst/>
          </a:prstGeom>
          <a:noFill/>
          <a:ln w="57150"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 dirty="0"/>
          </a:p>
        </p:txBody>
      </p:sp>
      <p:sp>
        <p:nvSpPr>
          <p:cNvPr id="50" name="Prostokąt 49">
            <a:extLst>
              <a:ext uri="{FF2B5EF4-FFF2-40B4-BE49-F238E27FC236}">
                <a16:creationId xmlns:a16="http://schemas.microsoft.com/office/drawing/2014/main" id="{EF2C11D9-06B3-4A5F-9B90-EC0BC9EFFCD4}"/>
              </a:ext>
            </a:extLst>
          </p:cNvPr>
          <p:cNvSpPr/>
          <p:nvPr/>
        </p:nvSpPr>
        <p:spPr>
          <a:xfrm>
            <a:off x="9609261" y="4001674"/>
            <a:ext cx="1055050" cy="977879"/>
          </a:xfrm>
          <a:prstGeom prst="rect">
            <a:avLst/>
          </a:prstGeom>
          <a:noFill/>
          <a:ln w="19050"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 dirty="0"/>
          </a:p>
        </p:txBody>
      </p:sp>
      <p:sp>
        <p:nvSpPr>
          <p:cNvPr id="52" name="Strzałka: w dół 51">
            <a:extLst>
              <a:ext uri="{FF2B5EF4-FFF2-40B4-BE49-F238E27FC236}">
                <a16:creationId xmlns:a16="http://schemas.microsoft.com/office/drawing/2014/main" id="{7B317723-7E8A-476E-A501-B5FD1840CBBD}"/>
              </a:ext>
            </a:extLst>
          </p:cNvPr>
          <p:cNvSpPr/>
          <p:nvPr/>
        </p:nvSpPr>
        <p:spPr>
          <a:xfrm>
            <a:off x="9904036" y="3240846"/>
            <a:ext cx="465500" cy="73464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54" name="Grafika 53" descr="Strzałka okrężna">
            <a:extLst>
              <a:ext uri="{FF2B5EF4-FFF2-40B4-BE49-F238E27FC236}">
                <a16:creationId xmlns:a16="http://schemas.microsoft.com/office/drawing/2014/main" id="{DA58F883-8559-417C-9227-B30979C362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92107" y="4004789"/>
            <a:ext cx="1020742" cy="973384"/>
          </a:xfrm>
          <a:prstGeom prst="rect">
            <a:avLst/>
          </a:prstGeom>
        </p:spPr>
      </p:pic>
      <p:sp>
        <p:nvSpPr>
          <p:cNvPr id="62" name="Prostokąt 61">
            <a:extLst>
              <a:ext uri="{FF2B5EF4-FFF2-40B4-BE49-F238E27FC236}">
                <a16:creationId xmlns:a16="http://schemas.microsoft.com/office/drawing/2014/main" id="{7F745AD0-9A98-4495-A6BA-9E83203A84ED}"/>
              </a:ext>
            </a:extLst>
          </p:cNvPr>
          <p:cNvSpPr/>
          <p:nvPr/>
        </p:nvSpPr>
        <p:spPr>
          <a:xfrm>
            <a:off x="1442355" y="2355093"/>
            <a:ext cx="1055050" cy="977879"/>
          </a:xfrm>
          <a:prstGeom prst="rect">
            <a:avLst/>
          </a:prstGeom>
          <a:noFill/>
          <a:ln w="57150"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 dirty="0"/>
          </a:p>
        </p:txBody>
      </p:sp>
      <p:sp>
        <p:nvSpPr>
          <p:cNvPr id="64" name="Prostokąt 63">
            <a:extLst>
              <a:ext uri="{FF2B5EF4-FFF2-40B4-BE49-F238E27FC236}">
                <a16:creationId xmlns:a16="http://schemas.microsoft.com/office/drawing/2014/main" id="{8683FF50-A5CB-4099-A8A9-5F775BBB3765}"/>
              </a:ext>
            </a:extLst>
          </p:cNvPr>
          <p:cNvSpPr/>
          <p:nvPr/>
        </p:nvSpPr>
        <p:spPr>
          <a:xfrm>
            <a:off x="1434422" y="3886376"/>
            <a:ext cx="1055050" cy="977879"/>
          </a:xfrm>
          <a:prstGeom prst="rect">
            <a:avLst/>
          </a:prstGeom>
          <a:noFill/>
          <a:ln w="19050"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 dirty="0"/>
          </a:p>
        </p:txBody>
      </p:sp>
      <p:sp>
        <p:nvSpPr>
          <p:cNvPr id="66" name="Strzałka: w dół 65">
            <a:extLst>
              <a:ext uri="{FF2B5EF4-FFF2-40B4-BE49-F238E27FC236}">
                <a16:creationId xmlns:a16="http://schemas.microsoft.com/office/drawing/2014/main" id="{55AC886C-FAAE-45B7-9F02-219712B0A9DB}"/>
              </a:ext>
            </a:extLst>
          </p:cNvPr>
          <p:cNvSpPr/>
          <p:nvPr/>
        </p:nvSpPr>
        <p:spPr>
          <a:xfrm>
            <a:off x="1737130" y="3134227"/>
            <a:ext cx="465500" cy="73464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76" name="Grafika 75" descr="Strzałka okrężna">
            <a:extLst>
              <a:ext uri="{FF2B5EF4-FFF2-40B4-BE49-F238E27FC236}">
                <a16:creationId xmlns:a16="http://schemas.microsoft.com/office/drawing/2014/main" id="{5D187146-627D-4231-AC7E-F338CE1B80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42355" y="3886376"/>
            <a:ext cx="1020742" cy="973384"/>
          </a:xfrm>
          <a:prstGeom prst="rect">
            <a:avLst/>
          </a:prstGeom>
        </p:spPr>
      </p:pic>
      <p:sp>
        <p:nvSpPr>
          <p:cNvPr id="85" name="Prostokąt 84">
            <a:extLst>
              <a:ext uri="{FF2B5EF4-FFF2-40B4-BE49-F238E27FC236}">
                <a16:creationId xmlns:a16="http://schemas.microsoft.com/office/drawing/2014/main" id="{2F88B6DD-83BC-4D2D-8C04-FFD89641751F}"/>
              </a:ext>
            </a:extLst>
          </p:cNvPr>
          <p:cNvSpPr/>
          <p:nvPr/>
        </p:nvSpPr>
        <p:spPr>
          <a:xfrm>
            <a:off x="4605514" y="2336436"/>
            <a:ext cx="2625754" cy="4960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7" name="Prostokąt 86">
            <a:extLst>
              <a:ext uri="{FF2B5EF4-FFF2-40B4-BE49-F238E27FC236}">
                <a16:creationId xmlns:a16="http://schemas.microsoft.com/office/drawing/2014/main" id="{D155E631-569E-4773-8980-17B4D0B65237}"/>
              </a:ext>
            </a:extLst>
          </p:cNvPr>
          <p:cNvSpPr/>
          <p:nvPr/>
        </p:nvSpPr>
        <p:spPr>
          <a:xfrm>
            <a:off x="5415953" y="2516622"/>
            <a:ext cx="1055050" cy="977879"/>
          </a:xfrm>
          <a:prstGeom prst="rect">
            <a:avLst/>
          </a:prstGeom>
          <a:noFill/>
          <a:ln w="19050"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 dirty="0"/>
          </a:p>
        </p:txBody>
      </p:sp>
      <p:sp>
        <p:nvSpPr>
          <p:cNvPr id="89" name="Prostokąt 88">
            <a:extLst>
              <a:ext uri="{FF2B5EF4-FFF2-40B4-BE49-F238E27FC236}">
                <a16:creationId xmlns:a16="http://schemas.microsoft.com/office/drawing/2014/main" id="{ADA77709-50F0-4F27-B318-F305FCD2DFC0}"/>
              </a:ext>
            </a:extLst>
          </p:cNvPr>
          <p:cNvSpPr/>
          <p:nvPr/>
        </p:nvSpPr>
        <p:spPr>
          <a:xfrm>
            <a:off x="5408020" y="3902068"/>
            <a:ext cx="1055050" cy="977879"/>
          </a:xfrm>
          <a:prstGeom prst="rect">
            <a:avLst/>
          </a:prstGeom>
          <a:noFill/>
          <a:ln w="57150"/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sz="1200" dirty="0"/>
          </a:p>
        </p:txBody>
      </p:sp>
      <p:sp>
        <p:nvSpPr>
          <p:cNvPr id="91" name="Strzałka: w dół 90">
            <a:extLst>
              <a:ext uri="{FF2B5EF4-FFF2-40B4-BE49-F238E27FC236}">
                <a16:creationId xmlns:a16="http://schemas.microsoft.com/office/drawing/2014/main" id="{56C8FA2F-A900-4AC6-9925-0F2C7D0674C9}"/>
              </a:ext>
            </a:extLst>
          </p:cNvPr>
          <p:cNvSpPr/>
          <p:nvPr/>
        </p:nvSpPr>
        <p:spPr>
          <a:xfrm>
            <a:off x="5710728" y="3295756"/>
            <a:ext cx="465500" cy="73464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93" name="Grafika 92" descr="Strzałka okrężna">
            <a:extLst>
              <a:ext uri="{FF2B5EF4-FFF2-40B4-BE49-F238E27FC236}">
                <a16:creationId xmlns:a16="http://schemas.microsoft.com/office/drawing/2014/main" id="{47B58F97-C113-42B4-8BA3-DFFB923139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25174" y="3907339"/>
            <a:ext cx="1020742" cy="973384"/>
          </a:xfrm>
          <a:prstGeom prst="rect">
            <a:avLst/>
          </a:prstGeom>
        </p:spPr>
      </p:pic>
      <p:sp>
        <p:nvSpPr>
          <p:cNvPr id="97" name="Strzałka: zakrzywiona w lewo 96">
            <a:extLst>
              <a:ext uri="{FF2B5EF4-FFF2-40B4-BE49-F238E27FC236}">
                <a16:creationId xmlns:a16="http://schemas.microsoft.com/office/drawing/2014/main" id="{5108E024-C023-45E0-AB5A-C5A3EB2F6483}"/>
              </a:ext>
            </a:extLst>
          </p:cNvPr>
          <p:cNvSpPr/>
          <p:nvPr/>
        </p:nvSpPr>
        <p:spPr>
          <a:xfrm rot="10565180">
            <a:off x="8938245" y="3103292"/>
            <a:ext cx="752482" cy="1247799"/>
          </a:xfrm>
          <a:prstGeom prst="curvedLeft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>
              <a:solidFill>
                <a:schemeClr val="tx1"/>
              </a:solidFill>
            </a:endParaRPr>
          </a:p>
        </p:txBody>
      </p:sp>
      <p:sp>
        <p:nvSpPr>
          <p:cNvPr id="100" name="Prostokąt 99">
            <a:extLst>
              <a:ext uri="{FF2B5EF4-FFF2-40B4-BE49-F238E27FC236}">
                <a16:creationId xmlns:a16="http://schemas.microsoft.com/office/drawing/2014/main" id="{8C4A8063-392A-459A-A4C5-5DF1CF8FF149}"/>
              </a:ext>
            </a:extLst>
          </p:cNvPr>
          <p:cNvSpPr/>
          <p:nvPr/>
        </p:nvSpPr>
        <p:spPr>
          <a:xfrm>
            <a:off x="5650769" y="2446062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pl-PL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sp>
        <p:nvSpPr>
          <p:cNvPr id="104" name="Prostokąt 103">
            <a:extLst>
              <a:ext uri="{FF2B5EF4-FFF2-40B4-BE49-F238E27FC236}">
                <a16:creationId xmlns:a16="http://schemas.microsoft.com/office/drawing/2014/main" id="{8FAA2964-474C-4A64-966C-EFA6ABACC148}"/>
              </a:ext>
            </a:extLst>
          </p:cNvPr>
          <p:cNvSpPr/>
          <p:nvPr/>
        </p:nvSpPr>
        <p:spPr>
          <a:xfrm>
            <a:off x="1685082" y="4028391"/>
            <a:ext cx="58541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l-PL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sp>
        <p:nvSpPr>
          <p:cNvPr id="106" name="Prostokąt 105">
            <a:extLst>
              <a:ext uri="{FF2B5EF4-FFF2-40B4-BE49-F238E27FC236}">
                <a16:creationId xmlns:a16="http://schemas.microsoft.com/office/drawing/2014/main" id="{E7F6EF7A-B2C4-4DB0-AC65-0E85895947FF}"/>
              </a:ext>
            </a:extLst>
          </p:cNvPr>
          <p:cNvSpPr/>
          <p:nvPr/>
        </p:nvSpPr>
        <p:spPr>
          <a:xfrm>
            <a:off x="9811917" y="4143495"/>
            <a:ext cx="585417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l-PL" sz="36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14890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44" grpId="0" animBg="1"/>
      <p:bldP spid="50" grpId="0" animBg="1"/>
      <p:bldP spid="52" grpId="0" animBg="1"/>
      <p:bldP spid="62" grpId="0" animBg="1"/>
      <p:bldP spid="64" grpId="0" animBg="1"/>
      <p:bldP spid="66" grpId="0" animBg="1"/>
      <p:bldP spid="85" grpId="0" animBg="1"/>
      <p:bldP spid="87" grpId="0" animBg="1"/>
      <p:bldP spid="89" grpId="0" animBg="1"/>
      <p:bldP spid="91" grpId="0" animBg="1"/>
      <p:bldP spid="97" grpId="0" animBg="1"/>
      <p:bldP spid="100" grpId="0"/>
      <p:bldP spid="104" grpId="0"/>
      <p:bldP spid="106" grpId="0"/>
    </p:bldLst>
  </p:timing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69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Motyw pakietu Office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Prezentacja programu PowerPoint</dc:title>
  <dc:creator>Robotivity</dc:creator>
  <cp:lastModifiedBy>Robotivity</cp:lastModifiedBy>
  <cp:revision>8</cp:revision>
  <dcterms:created xsi:type="dcterms:W3CDTF">2020-11-06T17:15:44Z</dcterms:created>
  <dcterms:modified xsi:type="dcterms:W3CDTF">2023-07-05T09:31:48Z</dcterms:modified>
</cp:coreProperties>
</file>